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Search Keyword Performance 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Adobe Data Engineer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Question: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How much revenue is the client getting from external Search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Engines (Google, Yahoo, Bing/MSN), and which keywords are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performing the best based on revenue?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Challenge: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Purchase event referrer is internal (checkout page)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Must track user journey from search engine to purchase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Handle large files (10GB+)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Solution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Two-Pass Chunked Processing: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Pass 1: Find First Search Referral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   • Read file in 500K row chunks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   • Build dictionary: IP → (domain, keyword)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Pass 2: Aggregate Revenue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   • Find purchases (event_list = '1')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   • Lookup IP in dictionary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   • Sum revenue by keyword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Processing Approaches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2286000"/>
                <a:gridCol w="201168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File Size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Memory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Speed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Pandas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&lt; 1 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High (loads all)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Fast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Chunks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1-10 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Low (streaming)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Dask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10+ 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Low (parallel)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Fastest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02336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CB85C"/>
                </a:solidFill>
              </a:defRPr>
            </a:pPr>
            <a:r>
              <a:t>✓ Implemented: Chunked Processing (Two-Pass)</a:t>
            </a:r>
          </a:p>
          <a:p>
            <a:pPr>
              <a:defRPr sz="1800"/>
            </a:pPr>
            <a:r>
              <a:t>• Pass 1: Build IP → (domain, keyword) dictionary</a:t>
            </a:r>
          </a:p>
          <a:p>
            <a:pPr>
              <a:defRPr sz="1800"/>
            </a:pPr>
            <a:r>
              <a:t>• Pass 2: Find purchases → Aggregate revenue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AWS Architecture &amp; CI/CD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737360"/>
            <a:ext cx="1828800" cy="1097280"/>
          </a:xfrm>
          <a:prstGeom prst="round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GitHub</a:t>
            </a:r>
            <a:br/>
            <a:r>
              <a:t>Repository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737360"/>
            <a:ext cx="1828800" cy="1097280"/>
          </a:xfrm>
          <a:prstGeom prst="roundRect">
            <a:avLst/>
          </a:prstGeom>
          <a:solidFill>
            <a:srgbClr val="5CB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GitHub</a:t>
            </a:r>
            <a:br/>
            <a:r>
              <a:t>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737360"/>
            <a:ext cx="1828800" cy="10972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AWS</a:t>
            </a:r>
            <a:br/>
            <a:r>
              <a:t>Lambda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737360"/>
            <a:ext cx="1828800" cy="1097280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S3</a:t>
            </a:r>
            <a:br/>
            <a:r>
              <a:t>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200">
                <a:solidFill>
                  <a:srgbClr val="5CB85C"/>
                </a:solidFill>
              </a:defRPr>
            </a:pPr>
            <a:r>
              <a:t>CI/CD Pipeline (GitHub Actions):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1. Push to main → Triggers workflow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2. Run 10 unit tests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3. Create deployment ZIP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4. Deploy to AWS Lambda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5. Auto-test Lambda function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Results - Search Keyword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7315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Search Engine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Keyword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800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4A90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www.google.com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ipod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$480.00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www.bing.com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zune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/>
                      </a:pPr>
                      <a:r>
                        <a:t>$250.00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/>
                      </a:pPr>
                      <a:r>
                        <a:t>$730.00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319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33333"/>
                </a:solidFill>
              </a:defRPr>
            </a:pPr>
            <a:r>
              <a:t>Output File: 2026-02-10_SearchKeywordPerformance.tab</a:t>
            </a:r>
          </a:p>
          <a:p>
            <a:pPr>
              <a:defRPr sz="1800">
                <a:solidFill>
                  <a:srgbClr val="5CB85C"/>
                </a:solidFill>
              </a:defRPr>
            </a:pPr>
            <a:r>
              <a:t>✓ Tab-delimited  ✓ Header row  ✓ Sorted by revenue (desc)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Deliverables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Python application with SearchKeywordProcessor class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Accepts single argument (input file path)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AWS Lambda deployment with S3 trigger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GitHub Actions CI/CD pipeline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10 Unit test cases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Tab-delimited output sorted by revenue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✓ Chunked processing for large files (10GB+)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GitHub: github.com/adityakommu/adb_demo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
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dityakommu/adb_demo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dityakommu/adb_dem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34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Keyword Performance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28518" y="3868109"/>
            <a:ext cx="3586882" cy="79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</a:t>
            </a:r>
            <a:r>
              <a:rPr lang="en-US" sz="12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aditya.kommu@gmail.com</a:t>
            </a:r>
          </a:p>
          <a:p>
            <a:pPr marL="0" indent="0" algn="ctr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34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137160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is the client getting from external Search Engines (Google, Yahoo, Bing/MSN), and which keywords are performing the best based on revenue?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3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6243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40614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Mismatch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39319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event referrer is internal (checkout page), not the search engine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55848" y="3108960"/>
            <a:ext cx="26243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38728" y="32918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28" y="340614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178808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Tracking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538728" y="39319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trace user from search engine entry to final purchase event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63056" y="3108960"/>
            <a:ext cx="26243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45936" y="32918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340614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86016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10GB+ Files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45936" y="39319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massive hit-level data files without memory overflow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34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Approach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Chunked Processing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40480" cy="3291840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38404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Find First Search Referral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 in 500K row chunks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external search referrers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(Google, Yahoo, Bing/MSN)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dictionary: IP → (domain, keyword)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first search hit per IP is captured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840480" cy="3291840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84048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25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Aggregate Revenue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file in chunks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for purchase events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(event_list = '1')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IP in search dictionary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product_revenue by keyword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3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34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Approaches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548640" y="1097280"/>
          <a:ext cx="804672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(loads all)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Chunks (Chosen)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(streaming)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(parallel)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00400"/>
            <a:ext cx="8046720" cy="155448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20040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CHUNKED PROCESSING?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IP → (domain, keyword) dictionary from search referrals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purchases → lookup IP → aggregate revenue by keyword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memory footprint regardless of file size. Scales to 10GB+ seamlessly.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34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Architecture &amp; CI/CD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78308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459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4028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3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697480" y="1097280"/>
            <a:ext cx="1783080" cy="118872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1887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16459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48056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3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4937760" y="1097280"/>
            <a:ext cx="1783080" cy="1188720"/>
          </a:xfrm>
          <a:prstGeom prst="rect">
            <a:avLst/>
          </a:prstGeom>
          <a:solidFill>
            <a:srgbClr val="F9731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11887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37760" y="16459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72084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3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2"/>
          <p:cNvSpPr/>
          <p:nvPr/>
        </p:nvSpPr>
        <p:spPr>
          <a:xfrm>
            <a:off x="7178040" y="1097280"/>
            <a:ext cx="1783080" cy="118872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408" y="11887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16459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2651760"/>
            <a:ext cx="8229600" cy="214884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" y="2651760"/>
            <a:ext cx="73152" cy="2148840"/>
          </a:xfrm>
          <a:prstGeom prst="rect">
            <a:avLst/>
          </a:prstGeom>
          <a:solidFill>
            <a:srgbClr val="E8344E"/>
          </a:solidFill>
          <a:ln/>
        </p:spPr>
      </p:sp>
      <p:sp>
        <p:nvSpPr>
          <p:cNvPr id="22" name="Text 16"/>
          <p:cNvSpPr/>
          <p:nvPr/>
        </p:nvSpPr>
        <p:spPr>
          <a:xfrm>
            <a:off x="77724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68680" y="3154680"/>
            <a:ext cx="256032" cy="25603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868680" y="3154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280160" y="3136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→ Triggers workflow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68680" y="3465576"/>
            <a:ext cx="256032" cy="25603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3465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280160" y="3447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 unit tests (pytest)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868680" y="3776472"/>
            <a:ext cx="256032" cy="25603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4"/>
          <p:cNvSpPr/>
          <p:nvPr/>
        </p:nvSpPr>
        <p:spPr>
          <a:xfrm>
            <a:off x="868680" y="3776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280160" y="37581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deployment ZIP package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868680" y="4087368"/>
            <a:ext cx="256032" cy="25603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Text 27"/>
          <p:cNvSpPr/>
          <p:nvPr/>
        </p:nvSpPr>
        <p:spPr>
          <a:xfrm>
            <a:off x="868680" y="4087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280160" y="4069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AWS Lambda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868680" y="4398264"/>
            <a:ext cx="256032" cy="25603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30"/>
          <p:cNvSpPr/>
          <p:nvPr/>
        </p:nvSpPr>
        <p:spPr>
          <a:xfrm>
            <a:off x="868680" y="4398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280160" y="43799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Auto-test Lambda function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34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Keyword Performance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548640" y="1371600"/>
          <a:ext cx="8046720" cy="1463040"/>
        </p:xfrm>
        <a:graphic>
          <a:graphicData uri="http://schemas.openxmlformats.org/drawingml/2006/table">
            <a:tbl>
              <a:tblPr/>
              <a:tblGrid>
                <a:gridCol w="3200400"/>
                <a:gridCol w="2423160"/>
                <a:gridCol w="242316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Engine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www.google.com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www.bing.com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257800" y="2743200"/>
            <a:ext cx="333756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27432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 $730.00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36576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2026-02-10_SearchKeywordPerformance.tab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" y="4343400"/>
            <a:ext cx="22860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343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Tab-delimited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9000" y="4343400"/>
            <a:ext cx="22860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0" y="4343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Header row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89320" y="4343400"/>
            <a:ext cx="22860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4343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Sorted by revenue (desc)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34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Completed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86200" cy="64008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97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application with SearchKeywordProcessor class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3886200" cy="64008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874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single argument (input file path)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651760"/>
            <a:ext cx="3886200" cy="64008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deployment with S3 trigger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429000"/>
            <a:ext cx="3886200" cy="64008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6616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429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709160" y="1097280"/>
            <a:ext cx="3886200" cy="64008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3444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49240" y="1097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Unit test cases (pytest)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709160" y="1874520"/>
            <a:ext cx="3886200" cy="64008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11680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49240" y="1874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Tab-delimited output sorted by revenue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709160" y="2651760"/>
            <a:ext cx="3886200" cy="640080"/>
          </a:xfrm>
          <a:prstGeom prst="rect">
            <a:avLst/>
          </a:prstGeom>
          <a:solidFill>
            <a:srgbClr val="E8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78892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4924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processing for large files (10GB+)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370832"/>
            <a:ext cx="347472" cy="34747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834640" y="4251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 github.com/adityakommu/adb_demo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34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3108960"/>
            <a:ext cx="4572000" cy="502920"/>
          </a:xfrm>
          <a:prstGeom prst="rect">
            <a:avLst/>
          </a:prstGeom>
          <a:solidFill>
            <a:srgbClr val="243B6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1729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3108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github.com/adityakommu/adb_demo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Kommu  |  aditya.kommu@gmail.com  |  832-205-2583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396</Words>
  <Application>Microsoft Office PowerPoint</Application>
  <PresentationFormat>On-screen Show (16:9)</PresentationFormat>
  <Paragraphs>117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Keyword Performance Analyzer</dc:title>
  <dc:subject>PptxGenJS Presentation</dc:subject>
  <dc:creator>Aditya Kommu</dc:creator>
  <cp:lastModifiedBy>Aditya kommu</cp:lastModifiedBy>
  <cp:revision>2</cp:revision>
  <dcterms:created xsi:type="dcterms:W3CDTF">2026-02-10T23:03:29Z</dcterms:created>
  <dcterms:modified xsi:type="dcterms:W3CDTF">2026-02-10T23:09:23Z</dcterms:modified>
</cp:coreProperties>
</file>